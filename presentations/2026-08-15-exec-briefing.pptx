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Halcyon AI Infrastructure — Executive Briefing | 2026-08-15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000" b="1">
                <a:solidFill>
                  <a:srgbClr val="ED1C24"/>
                </a:solidFill>
                <a:latin typeface="Aptos"/>
              </a:defRPr>
            </a:pPr>
            <a:r>
              <a:t>AT RISK — 5/5 primary requirements mapped; 7/7 production-readiness gates remain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057400"/>
            <a:ext cx="3703320" cy="3977639"/>
          </a:xfrm>
          <a:prstGeom prst="rect">
            <a:avLst/>
          </a:prstGeom>
          <a:solidFill>
            <a:srgbClr val="21252B"/>
          </a:solidFill>
          <a:ln>
            <a:solidFill>
              <a:srgbClr val="3A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212848"/>
            <a:ext cx="3364992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1">
                <a:solidFill>
                  <a:srgbClr val="C1A968"/>
                </a:solidFill>
                <a:latin typeface="Aptos"/>
              </a:defRPr>
            </a:pPr>
            <a:r>
              <a:t>Key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97480"/>
            <a:ext cx="3364992" cy="30632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Selected one managed, low-operations Part 1 stack.</a:t>
            </a:r>
            <a:br/>
            <a:br/>
            <a:r>
              <a:t>• Added vendor isolation, upload security, and recoverable queue semantics.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42816" y="2057400"/>
            <a:ext cx="3703320" cy="3977639"/>
          </a:xfrm>
          <a:prstGeom prst="rect">
            <a:avLst/>
          </a:prstGeom>
          <a:solidFill>
            <a:srgbClr val="21252B"/>
          </a:solidFill>
          <a:ln>
            <a:solidFill>
              <a:srgbClr val="3A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7" y="2212848"/>
            <a:ext cx="3364992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1">
                <a:solidFill>
                  <a:srgbClr val="ED1C24"/>
                </a:solidFill>
                <a:latin typeface="Aptos"/>
              </a:defRPr>
            </a:pPr>
            <a:r>
              <a:t>Risks &amp;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2697480"/>
            <a:ext cx="3364992" cy="30632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RPO/RTO, budget, traffic, and incident forensics remain unresolved.</a:t>
            </a:r>
            <a:br/>
            <a:br/>
            <a:r>
              <a:t>• Identity, quarantine/scanning, retention, and encryption need owners by Aug 22.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2057400"/>
            <a:ext cx="3703320" cy="3977639"/>
          </a:xfrm>
          <a:prstGeom prst="rect">
            <a:avLst/>
          </a:prstGeom>
          <a:solidFill>
            <a:srgbClr val="21252B"/>
          </a:solidFill>
          <a:ln>
            <a:solidFill>
              <a:srgbClr val="3A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2212848"/>
            <a:ext cx="3364992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800" b="1">
                <a:solidFill>
                  <a:srgbClr val="00C2DE"/>
                </a:solidFill>
                <a:latin typeface="Aptos"/>
              </a:defRPr>
            </a:pPr>
            <a:r>
              <a:t>Next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2697480"/>
            <a:ext cx="3364992" cy="30632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Approve ADR-001 and close client decisions.</a:t>
            </a:r>
            <a:br/>
            <a:br/>
            <a:r>
              <a:t>• Implement secure async simulation plus Terraform.</a:t>
            </a:r>
            <a:br/>
            <a:br/>
            <a:r>
              <a:t>• Prove isolation, retries, rollback, restore, load, and headroom.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6236208"/>
            <a:ext cx="1115568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200" b="0">
                <a:solidFill>
                  <a:srgbClr val="BEC5CE"/>
                </a:solidFill>
                <a:latin typeface="Aptos"/>
              </a:defRPr>
            </a:pPr>
            <a:r>
              <a:t>Executive ask: approve Option B as proposed; do not claim production readiness until every evidence gate passes.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